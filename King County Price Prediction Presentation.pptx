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FBB347-D5F5-4D19-B3B8-1640DAD63D88}" v="8" dt="2025-04-28T20:41:25.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8" d="100"/>
          <a:sy n="98" d="100"/>
        </p:scale>
        <p:origin x="6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ar Danish" userId="21b938a2be6d39b7" providerId="LiveId" clId="{DAFBB347-D5F5-4D19-B3B8-1640DAD63D88}"/>
    <pc:docChg chg="undo custSel addSld delSld modSld">
      <pc:chgData name="Omar Danish" userId="21b938a2be6d39b7" providerId="LiveId" clId="{DAFBB347-D5F5-4D19-B3B8-1640DAD63D88}" dt="2025-04-28T20:43:42.941" v="1160" actId="1076"/>
      <pc:docMkLst>
        <pc:docMk/>
      </pc:docMkLst>
      <pc:sldChg chg="modSp new del">
        <pc:chgData name="Omar Danish" userId="21b938a2be6d39b7" providerId="LiveId" clId="{DAFBB347-D5F5-4D19-B3B8-1640DAD63D88}" dt="2025-04-28T20:05:52.217" v="4" actId="2696"/>
        <pc:sldMkLst>
          <pc:docMk/>
          <pc:sldMk cId="3375743645" sldId="256"/>
        </pc:sldMkLst>
        <pc:spChg chg="mod">
          <ac:chgData name="Omar Danish" userId="21b938a2be6d39b7" providerId="LiveId" clId="{DAFBB347-D5F5-4D19-B3B8-1640DAD63D88}" dt="2025-04-28T19:51:02.094" v="2"/>
          <ac:spMkLst>
            <pc:docMk/>
            <pc:sldMk cId="3375743645" sldId="256"/>
            <ac:spMk id="2" creationId="{420C98A4-0798-5500-A8D6-3F73DD2E5037}"/>
          </ac:spMkLst>
        </pc:spChg>
        <pc:spChg chg="mod">
          <ac:chgData name="Omar Danish" userId="21b938a2be6d39b7" providerId="LiveId" clId="{DAFBB347-D5F5-4D19-B3B8-1640DAD63D88}" dt="2025-04-28T19:51:02.094" v="2"/>
          <ac:spMkLst>
            <pc:docMk/>
            <pc:sldMk cId="3375743645" sldId="256"/>
            <ac:spMk id="3" creationId="{1F00CDEB-C095-A349-33DF-0C8B16B77419}"/>
          </ac:spMkLst>
        </pc:spChg>
      </pc:sldChg>
      <pc:sldChg chg="addSp modSp new mod">
        <pc:chgData name="Omar Danish" userId="21b938a2be6d39b7" providerId="LiveId" clId="{DAFBB347-D5F5-4D19-B3B8-1640DAD63D88}" dt="2025-04-28T20:42:58.096" v="1149" actId="1076"/>
        <pc:sldMkLst>
          <pc:docMk/>
          <pc:sldMk cId="1282643217" sldId="257"/>
        </pc:sldMkLst>
        <pc:spChg chg="mod">
          <ac:chgData name="Omar Danish" userId="21b938a2be6d39b7" providerId="LiveId" clId="{DAFBB347-D5F5-4D19-B3B8-1640DAD63D88}" dt="2025-04-28T20:07:59.792" v="77" actId="20577"/>
          <ac:spMkLst>
            <pc:docMk/>
            <pc:sldMk cId="1282643217" sldId="257"/>
            <ac:spMk id="2" creationId="{554D96C1-0E14-108A-667A-AAFC1B3D0587}"/>
          </ac:spMkLst>
        </pc:spChg>
        <pc:spChg chg="mod">
          <ac:chgData name="Omar Danish" userId="21b938a2be6d39b7" providerId="LiveId" clId="{DAFBB347-D5F5-4D19-B3B8-1640DAD63D88}" dt="2025-04-28T20:34:02.556" v="761" actId="113"/>
          <ac:spMkLst>
            <pc:docMk/>
            <pc:sldMk cId="1282643217" sldId="257"/>
            <ac:spMk id="3" creationId="{DBCD7048-C26C-CE79-34DE-7E4B041B518F}"/>
          </ac:spMkLst>
        </pc:spChg>
        <pc:spChg chg="add mod">
          <ac:chgData name="Omar Danish" userId="21b938a2be6d39b7" providerId="LiveId" clId="{DAFBB347-D5F5-4D19-B3B8-1640DAD63D88}" dt="2025-04-28T20:33:48.234" v="740" actId="113"/>
          <ac:spMkLst>
            <pc:docMk/>
            <pc:sldMk cId="1282643217" sldId="257"/>
            <ac:spMk id="4" creationId="{4C82B9FB-7B2E-D852-961C-EEC43C8546C2}"/>
          </ac:spMkLst>
        </pc:spChg>
        <pc:spChg chg="add mod">
          <ac:chgData name="Omar Danish" userId="21b938a2be6d39b7" providerId="LiveId" clId="{DAFBB347-D5F5-4D19-B3B8-1640DAD63D88}" dt="2025-04-28T20:33:50.174" v="741" actId="113"/>
          <ac:spMkLst>
            <pc:docMk/>
            <pc:sldMk cId="1282643217" sldId="257"/>
            <ac:spMk id="5" creationId="{AE27B354-AD32-67CB-155E-580BFFB02169}"/>
          </ac:spMkLst>
        </pc:spChg>
        <pc:spChg chg="add mod">
          <ac:chgData name="Omar Danish" userId="21b938a2be6d39b7" providerId="LiveId" clId="{DAFBB347-D5F5-4D19-B3B8-1640DAD63D88}" dt="2025-04-28T20:42:58.096" v="1149" actId="1076"/>
          <ac:spMkLst>
            <pc:docMk/>
            <pc:sldMk cId="1282643217" sldId="257"/>
            <ac:spMk id="6" creationId="{545BE7D9-5B67-800D-4869-F99691AFEE24}"/>
          </ac:spMkLst>
        </pc:spChg>
      </pc:sldChg>
      <pc:sldChg chg="addSp delSp modSp add mod">
        <pc:chgData name="Omar Danish" userId="21b938a2be6d39b7" providerId="LiveId" clId="{DAFBB347-D5F5-4D19-B3B8-1640DAD63D88}" dt="2025-04-28T20:43:42.941" v="1160" actId="1076"/>
        <pc:sldMkLst>
          <pc:docMk/>
          <pc:sldMk cId="149206760" sldId="258"/>
        </pc:sldMkLst>
        <pc:spChg chg="mod">
          <ac:chgData name="Omar Danish" userId="21b938a2be6d39b7" providerId="LiveId" clId="{DAFBB347-D5F5-4D19-B3B8-1640DAD63D88}" dt="2025-04-28T20:33:43.802" v="739" actId="113"/>
          <ac:spMkLst>
            <pc:docMk/>
            <pc:sldMk cId="149206760" sldId="258"/>
            <ac:spMk id="3" creationId="{B6ADF7A4-2C67-55F5-8521-C77E39F978E9}"/>
          </ac:spMkLst>
        </pc:spChg>
        <pc:spChg chg="del mod">
          <ac:chgData name="Omar Danish" userId="21b938a2be6d39b7" providerId="LiveId" clId="{DAFBB347-D5F5-4D19-B3B8-1640DAD63D88}" dt="2025-04-28T20:32:51.566" v="657"/>
          <ac:spMkLst>
            <pc:docMk/>
            <pc:sldMk cId="149206760" sldId="258"/>
            <ac:spMk id="4" creationId="{03AEEC5D-3566-57BF-1EC0-F73884AD89D9}"/>
          </ac:spMkLst>
        </pc:spChg>
        <pc:spChg chg="del mod">
          <ac:chgData name="Omar Danish" userId="21b938a2be6d39b7" providerId="LiveId" clId="{DAFBB347-D5F5-4D19-B3B8-1640DAD63D88}" dt="2025-04-28T20:32:53.888" v="660"/>
          <ac:spMkLst>
            <pc:docMk/>
            <pc:sldMk cId="149206760" sldId="258"/>
            <ac:spMk id="5" creationId="{302E5368-DD0F-E584-C0C0-5000900688DD}"/>
          </ac:spMkLst>
        </pc:spChg>
        <pc:spChg chg="add mod">
          <ac:chgData name="Omar Danish" userId="21b938a2be6d39b7" providerId="LiveId" clId="{DAFBB347-D5F5-4D19-B3B8-1640DAD63D88}" dt="2025-04-28T20:38:56.949" v="965" actId="20577"/>
          <ac:spMkLst>
            <pc:docMk/>
            <pc:sldMk cId="149206760" sldId="258"/>
            <ac:spMk id="6" creationId="{F700629C-1DF6-6882-7831-80CF687C7E06}"/>
          </ac:spMkLst>
        </pc:spChg>
        <pc:spChg chg="add mod">
          <ac:chgData name="Omar Danish" userId="21b938a2be6d39b7" providerId="LiveId" clId="{DAFBB347-D5F5-4D19-B3B8-1640DAD63D88}" dt="2025-04-28T20:43:42.941" v="1160" actId="1076"/>
          <ac:spMkLst>
            <pc:docMk/>
            <pc:sldMk cId="149206760" sldId="258"/>
            <ac:spMk id="7" creationId="{59E27E66-695D-6F64-63FF-505EE5D452A1}"/>
          </ac:spMkLst>
        </pc:spChg>
        <pc:spChg chg="add mod">
          <ac:chgData name="Omar Danish" userId="21b938a2be6d39b7" providerId="LiveId" clId="{DAFBB347-D5F5-4D19-B3B8-1640DAD63D88}" dt="2025-04-28T20:42:33.960" v="1146" actId="1076"/>
          <ac:spMkLst>
            <pc:docMk/>
            <pc:sldMk cId="149206760" sldId="258"/>
            <ac:spMk id="9" creationId="{E7DC6169-EBB9-AADB-2A6F-5D39DA8A2FC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403EF800-829C-4D86-8218-9D3687BF47B4}" type="datetimeFigureOut">
              <a:rPr lang="en-US" smtClean="0"/>
              <a:t>4/28/2025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C251765F-18C7-4551-A7BF-8DA1754FABF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1574003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EF800-829C-4D86-8218-9D3687BF47B4}"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1765F-18C7-4551-A7BF-8DA1754FABF1}" type="slidenum">
              <a:rPr lang="en-US" smtClean="0"/>
              <a:t>‹#›</a:t>
            </a:fld>
            <a:endParaRPr lang="en-US"/>
          </a:p>
        </p:txBody>
      </p:sp>
    </p:spTree>
    <p:extLst>
      <p:ext uri="{BB962C8B-B14F-4D97-AF65-F5344CB8AC3E}">
        <p14:creationId xmlns:p14="http://schemas.microsoft.com/office/powerpoint/2010/main" val="866306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3EF800-829C-4D86-8218-9D3687BF47B4}"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1765F-18C7-4551-A7BF-8DA1754FABF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45548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3EF800-829C-4D86-8218-9D3687BF47B4}"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1765F-18C7-4551-A7BF-8DA1754FABF1}" type="slidenum">
              <a:rPr lang="en-US" smtClean="0"/>
              <a:t>‹#›</a:t>
            </a:fld>
            <a:endParaRPr lang="en-US"/>
          </a:p>
        </p:txBody>
      </p:sp>
    </p:spTree>
    <p:extLst>
      <p:ext uri="{BB962C8B-B14F-4D97-AF65-F5344CB8AC3E}">
        <p14:creationId xmlns:p14="http://schemas.microsoft.com/office/powerpoint/2010/main" val="4150262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3EF800-829C-4D86-8218-9D3687BF47B4}" type="datetimeFigureOut">
              <a:rPr lang="en-US" smtClean="0"/>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51765F-18C7-4551-A7BF-8DA1754FABF1}" type="slidenum">
              <a:rPr lang="en-US" smtClean="0"/>
              <a:t>‹#›</a:t>
            </a:fld>
            <a:endParaRPr lang="en-US"/>
          </a:p>
        </p:txBody>
      </p:sp>
    </p:spTree>
    <p:extLst>
      <p:ext uri="{BB962C8B-B14F-4D97-AF65-F5344CB8AC3E}">
        <p14:creationId xmlns:p14="http://schemas.microsoft.com/office/powerpoint/2010/main" val="3884341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3EF800-829C-4D86-8218-9D3687BF47B4}" type="datetimeFigureOut">
              <a:rPr lang="en-US" smtClean="0"/>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51765F-18C7-4551-A7BF-8DA1754FABF1}" type="slidenum">
              <a:rPr lang="en-US" smtClean="0"/>
              <a:t>‹#›</a:t>
            </a:fld>
            <a:endParaRPr lang="en-US"/>
          </a:p>
        </p:txBody>
      </p:sp>
    </p:spTree>
    <p:extLst>
      <p:ext uri="{BB962C8B-B14F-4D97-AF65-F5344CB8AC3E}">
        <p14:creationId xmlns:p14="http://schemas.microsoft.com/office/powerpoint/2010/main" val="1394474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3EF800-829C-4D86-8218-9D3687BF47B4}" type="datetimeFigureOut">
              <a:rPr lang="en-US" smtClean="0"/>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51765F-18C7-4551-A7BF-8DA1754FABF1}" type="slidenum">
              <a:rPr lang="en-US" smtClean="0"/>
              <a:t>‹#›</a:t>
            </a:fld>
            <a:endParaRPr lang="en-US"/>
          </a:p>
        </p:txBody>
      </p:sp>
    </p:spTree>
    <p:extLst>
      <p:ext uri="{BB962C8B-B14F-4D97-AF65-F5344CB8AC3E}">
        <p14:creationId xmlns:p14="http://schemas.microsoft.com/office/powerpoint/2010/main" val="2055088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3EF800-829C-4D86-8218-9D3687BF47B4}"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1765F-18C7-4551-A7BF-8DA1754FABF1}" type="slidenum">
              <a:rPr lang="en-US" smtClean="0"/>
              <a:t>‹#›</a:t>
            </a:fld>
            <a:endParaRPr lang="en-US"/>
          </a:p>
        </p:txBody>
      </p:sp>
    </p:spTree>
    <p:extLst>
      <p:ext uri="{BB962C8B-B14F-4D97-AF65-F5344CB8AC3E}">
        <p14:creationId xmlns:p14="http://schemas.microsoft.com/office/powerpoint/2010/main" val="316722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3EF800-829C-4D86-8218-9D3687BF47B4}"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1765F-18C7-4551-A7BF-8DA1754FABF1}" type="slidenum">
              <a:rPr lang="en-US" smtClean="0"/>
              <a:t>‹#›</a:t>
            </a:fld>
            <a:endParaRPr lang="en-US"/>
          </a:p>
        </p:txBody>
      </p:sp>
    </p:spTree>
    <p:extLst>
      <p:ext uri="{BB962C8B-B14F-4D97-AF65-F5344CB8AC3E}">
        <p14:creationId xmlns:p14="http://schemas.microsoft.com/office/powerpoint/2010/main" val="2383420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EF800-829C-4D86-8218-9D3687BF47B4}"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1765F-18C7-4551-A7BF-8DA1754FABF1}" type="slidenum">
              <a:rPr lang="en-US" smtClean="0"/>
              <a:t>‹#›</a:t>
            </a:fld>
            <a:endParaRPr lang="en-US"/>
          </a:p>
        </p:txBody>
      </p:sp>
    </p:spTree>
    <p:extLst>
      <p:ext uri="{BB962C8B-B14F-4D97-AF65-F5344CB8AC3E}">
        <p14:creationId xmlns:p14="http://schemas.microsoft.com/office/powerpoint/2010/main" val="3297824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EF800-829C-4D86-8218-9D3687BF47B4}"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1765F-18C7-4551-A7BF-8DA1754FABF1}" type="slidenum">
              <a:rPr lang="en-US" smtClean="0"/>
              <a:t>‹#›</a:t>
            </a:fld>
            <a:endParaRPr lang="en-US"/>
          </a:p>
        </p:txBody>
      </p:sp>
    </p:spTree>
    <p:extLst>
      <p:ext uri="{BB962C8B-B14F-4D97-AF65-F5344CB8AC3E}">
        <p14:creationId xmlns:p14="http://schemas.microsoft.com/office/powerpoint/2010/main" val="1252968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403EF800-829C-4D86-8218-9D3687BF47B4}" type="datetimeFigureOut">
              <a:rPr lang="en-US" smtClean="0"/>
              <a:t>4/28/2025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C251765F-18C7-4551-A7BF-8DA1754FABF1}" type="slidenum">
              <a:rPr lang="en-US" smtClean="0"/>
              <a:t>‹#›</a:t>
            </a:fld>
            <a:endParaRPr lang="en-US"/>
          </a:p>
        </p:txBody>
      </p:sp>
    </p:spTree>
    <p:extLst>
      <p:ext uri="{BB962C8B-B14F-4D97-AF65-F5344CB8AC3E}">
        <p14:creationId xmlns:p14="http://schemas.microsoft.com/office/powerpoint/2010/main" val="32866328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D96C1-0E14-108A-667A-AAFC1B3D0587}"/>
              </a:ext>
            </a:extLst>
          </p:cNvPr>
          <p:cNvSpPr>
            <a:spLocks noGrp="1"/>
          </p:cNvSpPr>
          <p:nvPr>
            <p:ph type="title"/>
          </p:nvPr>
        </p:nvSpPr>
        <p:spPr/>
        <p:txBody>
          <a:bodyPr/>
          <a:lstStyle/>
          <a:p>
            <a:r>
              <a:rPr lang="en-US" dirty="0"/>
              <a:t>King County Price Prediction</a:t>
            </a:r>
          </a:p>
        </p:txBody>
      </p:sp>
      <p:sp>
        <p:nvSpPr>
          <p:cNvPr id="3" name="Content Placeholder 2">
            <a:extLst>
              <a:ext uri="{FF2B5EF4-FFF2-40B4-BE49-F238E27FC236}">
                <a16:creationId xmlns:a16="http://schemas.microsoft.com/office/drawing/2014/main" id="{DBCD7048-C26C-CE79-34DE-7E4B041B518F}"/>
              </a:ext>
            </a:extLst>
          </p:cNvPr>
          <p:cNvSpPr>
            <a:spLocks noGrp="1"/>
          </p:cNvSpPr>
          <p:nvPr>
            <p:ph idx="1"/>
          </p:nvPr>
        </p:nvSpPr>
        <p:spPr>
          <a:xfrm>
            <a:off x="1261872" y="1691322"/>
            <a:ext cx="2992358" cy="4351337"/>
          </a:xfrm>
        </p:spPr>
        <p:txBody>
          <a:bodyPr/>
          <a:lstStyle/>
          <a:p>
            <a:pPr marL="0" indent="0">
              <a:buNone/>
            </a:pPr>
            <a:r>
              <a:rPr lang="en-US" b="1" dirty="0"/>
              <a:t>Objective:</a:t>
            </a:r>
          </a:p>
          <a:p>
            <a:pPr marL="0" indent="0">
              <a:buNone/>
            </a:pPr>
            <a:r>
              <a:rPr lang="en-US" dirty="0"/>
              <a:t>The objective of this project is to classify homes in the King County county of Seattle, WA into classes based on price categories (low, medium, high) using certain property features. Using a Kaggle dataset with an 80/20 split for training/testing.</a:t>
            </a:r>
          </a:p>
        </p:txBody>
      </p:sp>
      <p:sp>
        <p:nvSpPr>
          <p:cNvPr id="4" name="TextBox 3">
            <a:extLst>
              <a:ext uri="{FF2B5EF4-FFF2-40B4-BE49-F238E27FC236}">
                <a16:creationId xmlns:a16="http://schemas.microsoft.com/office/drawing/2014/main" id="{4C82B9FB-7B2E-D852-961C-EEC43C8546C2}"/>
              </a:ext>
            </a:extLst>
          </p:cNvPr>
          <p:cNvSpPr txBox="1"/>
          <p:nvPr/>
        </p:nvSpPr>
        <p:spPr>
          <a:xfrm>
            <a:off x="4682246" y="1691322"/>
            <a:ext cx="2093843" cy="1754326"/>
          </a:xfrm>
          <a:prstGeom prst="rect">
            <a:avLst/>
          </a:prstGeom>
          <a:noFill/>
        </p:spPr>
        <p:txBody>
          <a:bodyPr wrap="none" rtlCol="0">
            <a:spAutoFit/>
          </a:bodyPr>
          <a:lstStyle/>
          <a:p>
            <a:r>
              <a:rPr lang="en-US" b="1" dirty="0"/>
              <a:t>Features:</a:t>
            </a:r>
          </a:p>
          <a:p>
            <a:pPr marL="285750" indent="-285750">
              <a:buFont typeface="Arial" panose="020B0604020202020204" pitchFamily="34" charset="0"/>
              <a:buChar char="•"/>
            </a:pPr>
            <a:r>
              <a:rPr lang="en-US" dirty="0"/>
              <a:t># of Bedrooms</a:t>
            </a:r>
          </a:p>
          <a:p>
            <a:pPr marL="285750" indent="-285750">
              <a:buFont typeface="Arial" panose="020B0604020202020204" pitchFamily="34" charset="0"/>
              <a:buChar char="•"/>
            </a:pPr>
            <a:r>
              <a:rPr lang="en-US" dirty="0"/>
              <a:t># of Bathrooms</a:t>
            </a:r>
          </a:p>
          <a:p>
            <a:pPr marL="285750" indent="-285750">
              <a:buFont typeface="Arial" panose="020B0604020202020204" pitchFamily="34" charset="0"/>
              <a:buChar char="•"/>
            </a:pPr>
            <a:r>
              <a:rPr lang="en-US" dirty="0" err="1"/>
              <a:t>Sqft</a:t>
            </a:r>
            <a:endParaRPr lang="en-US" dirty="0"/>
          </a:p>
          <a:p>
            <a:pPr marL="285750" indent="-285750">
              <a:buFont typeface="Arial" panose="020B0604020202020204" pitchFamily="34" charset="0"/>
              <a:buChar char="•"/>
            </a:pPr>
            <a:r>
              <a:rPr lang="en-US" dirty="0"/>
              <a:t>Year Built</a:t>
            </a:r>
          </a:p>
          <a:p>
            <a:pPr marL="285750" indent="-285750">
              <a:buFont typeface="Arial" panose="020B0604020202020204" pitchFamily="34" charset="0"/>
              <a:buChar char="•"/>
            </a:pPr>
            <a:r>
              <a:rPr lang="en-US" dirty="0"/>
              <a:t>Location</a:t>
            </a:r>
          </a:p>
        </p:txBody>
      </p:sp>
      <p:sp>
        <p:nvSpPr>
          <p:cNvPr id="5" name="TextBox 4">
            <a:extLst>
              <a:ext uri="{FF2B5EF4-FFF2-40B4-BE49-F238E27FC236}">
                <a16:creationId xmlns:a16="http://schemas.microsoft.com/office/drawing/2014/main" id="{AE27B354-AD32-67CB-155E-580BFFB02169}"/>
              </a:ext>
            </a:extLst>
          </p:cNvPr>
          <p:cNvSpPr txBox="1"/>
          <p:nvPr/>
        </p:nvSpPr>
        <p:spPr>
          <a:xfrm>
            <a:off x="7506303" y="1691322"/>
            <a:ext cx="2690160" cy="1754326"/>
          </a:xfrm>
          <a:prstGeom prst="rect">
            <a:avLst/>
          </a:prstGeom>
          <a:noFill/>
        </p:spPr>
        <p:txBody>
          <a:bodyPr wrap="none" rtlCol="0">
            <a:spAutoFit/>
          </a:bodyPr>
          <a:lstStyle/>
          <a:p>
            <a:r>
              <a:rPr lang="en-US" b="1" dirty="0"/>
              <a:t>Models Used:</a:t>
            </a:r>
          </a:p>
          <a:p>
            <a:pPr marL="285750" indent="-285750">
              <a:buFont typeface="Arial" panose="020B0604020202020204" pitchFamily="34" charset="0"/>
              <a:buChar char="•"/>
            </a:pPr>
            <a:r>
              <a:rPr lang="en-US" dirty="0"/>
              <a:t>Decision Tree</a:t>
            </a:r>
          </a:p>
          <a:p>
            <a:pPr marL="285750" indent="-285750">
              <a:buFont typeface="Arial" panose="020B0604020202020204" pitchFamily="34" charset="0"/>
              <a:buChar char="•"/>
            </a:pPr>
            <a:r>
              <a:rPr lang="en-US" dirty="0"/>
              <a:t>Naïve Bayes</a:t>
            </a:r>
          </a:p>
          <a:p>
            <a:pPr marL="285750" indent="-285750">
              <a:buFont typeface="Arial" panose="020B0604020202020204" pitchFamily="34" charset="0"/>
              <a:buChar char="•"/>
            </a:pPr>
            <a:r>
              <a:rPr lang="en-US" dirty="0"/>
              <a:t>k-Nearest Neighbors</a:t>
            </a:r>
          </a:p>
          <a:p>
            <a:pPr marL="285750" indent="-285750">
              <a:buFont typeface="Arial" panose="020B0604020202020204" pitchFamily="34" charset="0"/>
              <a:buChar char="•"/>
            </a:pPr>
            <a:r>
              <a:rPr lang="en-US" dirty="0"/>
              <a:t>Logistic Regression</a:t>
            </a:r>
          </a:p>
          <a:p>
            <a:pPr marL="285750" indent="-285750">
              <a:buFont typeface="Arial" panose="020B0604020202020204" pitchFamily="34" charset="0"/>
              <a:buChar char="•"/>
            </a:pPr>
            <a:r>
              <a:rPr lang="en-US" dirty="0"/>
              <a:t>SVMs</a:t>
            </a:r>
          </a:p>
        </p:txBody>
      </p:sp>
      <p:sp>
        <p:nvSpPr>
          <p:cNvPr id="6" name="TextBox 5">
            <a:extLst>
              <a:ext uri="{FF2B5EF4-FFF2-40B4-BE49-F238E27FC236}">
                <a16:creationId xmlns:a16="http://schemas.microsoft.com/office/drawing/2014/main" id="{545BE7D9-5B67-800D-4869-F99691AFEE24}"/>
              </a:ext>
            </a:extLst>
          </p:cNvPr>
          <p:cNvSpPr txBox="1"/>
          <p:nvPr/>
        </p:nvSpPr>
        <p:spPr>
          <a:xfrm>
            <a:off x="77821" y="6097738"/>
            <a:ext cx="4370107" cy="646331"/>
          </a:xfrm>
          <a:prstGeom prst="rect">
            <a:avLst/>
          </a:prstGeom>
          <a:noFill/>
        </p:spPr>
        <p:txBody>
          <a:bodyPr wrap="none" rtlCol="0">
            <a:spAutoFit/>
          </a:bodyPr>
          <a:lstStyle/>
          <a:p>
            <a:r>
              <a:rPr lang="en-US" dirty="0"/>
              <a:t>Danish Omar Mohammed DOM200002</a:t>
            </a:r>
            <a:br>
              <a:rPr lang="en-US" dirty="0"/>
            </a:br>
            <a:r>
              <a:rPr lang="en-US" dirty="0"/>
              <a:t>Hamzah </a:t>
            </a:r>
            <a:r>
              <a:rPr lang="en-US" dirty="0" err="1"/>
              <a:t>Weldingwala</a:t>
            </a:r>
            <a:r>
              <a:rPr lang="en-US" dirty="0"/>
              <a:t> MHW200002</a:t>
            </a:r>
          </a:p>
        </p:txBody>
      </p:sp>
    </p:spTree>
    <p:extLst>
      <p:ext uri="{BB962C8B-B14F-4D97-AF65-F5344CB8AC3E}">
        <p14:creationId xmlns:p14="http://schemas.microsoft.com/office/powerpoint/2010/main" val="1282643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656C9-C55B-BEC9-41DB-AFE85F10D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42A6A-50B3-980C-6C1C-0045271FE22B}"/>
              </a:ext>
            </a:extLst>
          </p:cNvPr>
          <p:cNvSpPr>
            <a:spLocks noGrp="1"/>
          </p:cNvSpPr>
          <p:nvPr>
            <p:ph type="title"/>
          </p:nvPr>
        </p:nvSpPr>
        <p:spPr/>
        <p:txBody>
          <a:bodyPr/>
          <a:lstStyle/>
          <a:p>
            <a:r>
              <a:rPr lang="en-US" dirty="0"/>
              <a:t>King County Price Prediction</a:t>
            </a:r>
          </a:p>
        </p:txBody>
      </p:sp>
      <p:sp>
        <p:nvSpPr>
          <p:cNvPr id="3" name="Content Placeholder 2">
            <a:extLst>
              <a:ext uri="{FF2B5EF4-FFF2-40B4-BE49-F238E27FC236}">
                <a16:creationId xmlns:a16="http://schemas.microsoft.com/office/drawing/2014/main" id="{B6ADF7A4-2C67-55F5-8521-C77E39F978E9}"/>
              </a:ext>
            </a:extLst>
          </p:cNvPr>
          <p:cNvSpPr>
            <a:spLocks noGrp="1"/>
          </p:cNvSpPr>
          <p:nvPr>
            <p:ph idx="1"/>
          </p:nvPr>
        </p:nvSpPr>
        <p:spPr>
          <a:xfrm>
            <a:off x="1261872" y="1885876"/>
            <a:ext cx="2992358" cy="2011674"/>
          </a:xfrm>
        </p:spPr>
        <p:txBody>
          <a:bodyPr/>
          <a:lstStyle/>
          <a:p>
            <a:pPr marL="0" indent="0">
              <a:buNone/>
            </a:pPr>
            <a:r>
              <a:rPr lang="en-US" b="1" dirty="0"/>
              <a:t>Evaluation Metrics:</a:t>
            </a:r>
          </a:p>
          <a:p>
            <a:r>
              <a:rPr lang="en-US" dirty="0"/>
              <a:t>Model Accuracy Rates</a:t>
            </a:r>
          </a:p>
          <a:p>
            <a:r>
              <a:rPr lang="en-US" dirty="0"/>
              <a:t>Confusion Matrixes </a:t>
            </a:r>
          </a:p>
          <a:p>
            <a:r>
              <a:rPr lang="en-US" dirty="0"/>
              <a:t>ROC Curves </a:t>
            </a:r>
          </a:p>
          <a:p>
            <a:endParaRPr lang="en-US" dirty="0"/>
          </a:p>
        </p:txBody>
      </p:sp>
      <p:sp>
        <p:nvSpPr>
          <p:cNvPr id="6" name="TextBox 5">
            <a:extLst>
              <a:ext uri="{FF2B5EF4-FFF2-40B4-BE49-F238E27FC236}">
                <a16:creationId xmlns:a16="http://schemas.microsoft.com/office/drawing/2014/main" id="{F700629C-1DF6-6882-7831-80CF687C7E06}"/>
              </a:ext>
            </a:extLst>
          </p:cNvPr>
          <p:cNvSpPr txBox="1"/>
          <p:nvPr/>
        </p:nvSpPr>
        <p:spPr>
          <a:xfrm>
            <a:off x="4254230" y="1885876"/>
            <a:ext cx="3411511" cy="2031325"/>
          </a:xfrm>
          <a:prstGeom prst="rect">
            <a:avLst/>
          </a:prstGeom>
          <a:noFill/>
        </p:spPr>
        <p:txBody>
          <a:bodyPr wrap="none" rtlCol="0">
            <a:spAutoFit/>
          </a:bodyPr>
          <a:lstStyle/>
          <a:p>
            <a:r>
              <a:rPr lang="en-US" b="1" dirty="0"/>
              <a:t>Best Performing Model:</a:t>
            </a:r>
            <a:endParaRPr lang="en-US" dirty="0"/>
          </a:p>
          <a:p>
            <a:r>
              <a:rPr lang="en-US" dirty="0"/>
              <a:t>Predicted-Logistic Regression:</a:t>
            </a:r>
          </a:p>
          <a:p>
            <a:pPr marL="285750" indent="-285750">
              <a:buFont typeface="Arial" panose="020B0604020202020204" pitchFamily="34" charset="0"/>
              <a:buChar char="•"/>
            </a:pPr>
            <a:r>
              <a:rPr lang="en-US" dirty="0"/>
              <a:t>Numerical Features</a:t>
            </a:r>
            <a:br>
              <a:rPr lang="en-US" dirty="0"/>
            </a:br>
            <a:endParaRPr lang="en-US" dirty="0"/>
          </a:p>
          <a:p>
            <a:pPr marL="285750" indent="-285750">
              <a:buFont typeface="Arial" panose="020B0604020202020204" pitchFamily="34" charset="0"/>
              <a:buChar char="•"/>
            </a:pPr>
            <a:r>
              <a:rPr lang="en-US" dirty="0"/>
              <a:t>Linearly separable classes</a:t>
            </a:r>
            <a:br>
              <a:rPr lang="en-US" dirty="0"/>
            </a:br>
            <a:endParaRPr lang="en-US" dirty="0"/>
          </a:p>
          <a:p>
            <a:pPr marL="285750" indent="-285750">
              <a:buFont typeface="Arial" panose="020B0604020202020204" pitchFamily="34" charset="0"/>
              <a:buChar char="•"/>
            </a:pPr>
            <a:r>
              <a:rPr lang="en-US" dirty="0"/>
              <a:t>Less likely to overfit</a:t>
            </a:r>
          </a:p>
        </p:txBody>
      </p:sp>
      <p:sp>
        <p:nvSpPr>
          <p:cNvPr id="7" name="TextBox 6">
            <a:extLst>
              <a:ext uri="{FF2B5EF4-FFF2-40B4-BE49-F238E27FC236}">
                <a16:creationId xmlns:a16="http://schemas.microsoft.com/office/drawing/2014/main" id="{59E27E66-695D-6F64-63FF-505EE5D452A1}"/>
              </a:ext>
            </a:extLst>
          </p:cNvPr>
          <p:cNvSpPr txBox="1"/>
          <p:nvPr/>
        </p:nvSpPr>
        <p:spPr>
          <a:xfrm>
            <a:off x="7931285" y="1885876"/>
            <a:ext cx="3210128" cy="1754326"/>
          </a:xfrm>
          <a:prstGeom prst="rect">
            <a:avLst/>
          </a:prstGeom>
          <a:noFill/>
        </p:spPr>
        <p:txBody>
          <a:bodyPr wrap="square" rtlCol="0">
            <a:spAutoFit/>
          </a:bodyPr>
          <a:lstStyle/>
          <a:p>
            <a:r>
              <a:rPr lang="en-US" b="1" dirty="0"/>
              <a:t>Expected Key Findings:</a:t>
            </a:r>
          </a:p>
          <a:p>
            <a:pPr marL="285750" indent="-285750">
              <a:buFont typeface="Arial" panose="020B0604020202020204" pitchFamily="34" charset="0"/>
              <a:buChar char="•"/>
            </a:pPr>
            <a:r>
              <a:rPr lang="en-US" dirty="0"/>
              <a:t>Categorizing classes made results simpler.</a:t>
            </a:r>
            <a:br>
              <a:rPr lang="en-US" dirty="0"/>
            </a:br>
            <a:endParaRPr lang="en-US" dirty="0"/>
          </a:p>
          <a:p>
            <a:pPr marL="285750" indent="-285750">
              <a:buFont typeface="Arial" panose="020B0604020202020204" pitchFamily="34" charset="0"/>
              <a:buChar char="•"/>
            </a:pPr>
            <a:r>
              <a:rPr lang="en-US" dirty="0"/>
              <a:t>Location data could be improved</a:t>
            </a:r>
          </a:p>
        </p:txBody>
      </p:sp>
      <p:sp>
        <p:nvSpPr>
          <p:cNvPr id="9" name="TextBox 8">
            <a:extLst>
              <a:ext uri="{FF2B5EF4-FFF2-40B4-BE49-F238E27FC236}">
                <a16:creationId xmlns:a16="http://schemas.microsoft.com/office/drawing/2014/main" id="{E7DC6169-EBB9-AADB-2A6F-5D39DA8A2FC0}"/>
              </a:ext>
            </a:extLst>
          </p:cNvPr>
          <p:cNvSpPr txBox="1"/>
          <p:nvPr/>
        </p:nvSpPr>
        <p:spPr>
          <a:xfrm>
            <a:off x="70169" y="6058828"/>
            <a:ext cx="6102484" cy="646331"/>
          </a:xfrm>
          <a:prstGeom prst="rect">
            <a:avLst/>
          </a:prstGeom>
          <a:noFill/>
        </p:spPr>
        <p:txBody>
          <a:bodyPr wrap="square">
            <a:spAutoFit/>
          </a:bodyPr>
          <a:lstStyle/>
          <a:p>
            <a:r>
              <a:rPr lang="en-US" dirty="0"/>
              <a:t>Danish Omar Mohammed DOM200002</a:t>
            </a:r>
            <a:br>
              <a:rPr lang="en-US" dirty="0"/>
            </a:br>
            <a:r>
              <a:rPr lang="en-US" dirty="0"/>
              <a:t>Hamzah </a:t>
            </a:r>
            <a:r>
              <a:rPr lang="en-US" dirty="0" err="1"/>
              <a:t>Weldingwala</a:t>
            </a:r>
            <a:r>
              <a:rPr lang="en-US" dirty="0"/>
              <a:t> MHW200002</a:t>
            </a:r>
          </a:p>
        </p:txBody>
      </p:sp>
    </p:spTree>
    <p:extLst>
      <p:ext uri="{BB962C8B-B14F-4D97-AF65-F5344CB8AC3E}">
        <p14:creationId xmlns:p14="http://schemas.microsoft.com/office/powerpoint/2010/main" val="149206760"/>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48</TotalTime>
  <Words>143</Words>
  <Application>Microsoft Office PowerPoint</Application>
  <PresentationFormat>Widescreen</PresentationFormat>
  <Paragraphs>30</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Century Schoolbook</vt:lpstr>
      <vt:lpstr>Wingdings 2</vt:lpstr>
      <vt:lpstr>View</vt:lpstr>
      <vt:lpstr>King County Price Prediction</vt:lpstr>
      <vt:lpstr>King County Price Prediction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Danish</dc:creator>
  <cp:lastModifiedBy>Omar Danish</cp:lastModifiedBy>
  <cp:revision>1</cp:revision>
  <dcterms:created xsi:type="dcterms:W3CDTF">2025-04-28T19:45:52Z</dcterms:created>
  <dcterms:modified xsi:type="dcterms:W3CDTF">2025-04-28T20:43:43Z</dcterms:modified>
</cp:coreProperties>
</file>